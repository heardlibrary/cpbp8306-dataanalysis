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1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94"/>
    <p:restoredTop sz="94727"/>
  </p:normalViewPr>
  <p:slideViewPr>
    <p:cSldViewPr snapToGrid="0">
      <p:cViewPr varScale="1">
        <p:scale>
          <a:sx n="81" d="100"/>
          <a:sy n="8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E879C-A1D7-E847-8E96-02597836E95B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49460-047D-2E40-89AB-A818D3E1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3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1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49460-047D-2E40-89AB-A818D3E143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20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B0370-32EE-56C6-A947-230560386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35323-99B2-912D-6C64-F57E0F2DD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EEC7B-9589-B781-0C18-5F9AD5C24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88285-595F-ED63-1EBB-F6E88CFC0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49460-047D-2E40-89AB-A818D3E143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13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467A6-2E00-F2E3-6A1B-7D2112F2B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43464-1BDD-0D18-4C2A-FE388756E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37" indent="0" algn="ctr">
              <a:buNone/>
              <a:defRPr sz="2000"/>
            </a:lvl2pPr>
            <a:lvl3pPr marL="914473" indent="0" algn="ctr">
              <a:buNone/>
              <a:defRPr sz="1800"/>
            </a:lvl3pPr>
            <a:lvl4pPr marL="1371710" indent="0" algn="ctr">
              <a:buNone/>
              <a:defRPr sz="1600"/>
            </a:lvl4pPr>
            <a:lvl5pPr marL="1828946" indent="0" algn="ctr">
              <a:buNone/>
              <a:defRPr sz="1600"/>
            </a:lvl5pPr>
            <a:lvl6pPr marL="2286183" indent="0" algn="ctr">
              <a:buNone/>
              <a:defRPr sz="1600"/>
            </a:lvl6pPr>
            <a:lvl7pPr marL="2743419" indent="0" algn="ctr">
              <a:buNone/>
              <a:defRPr sz="1600"/>
            </a:lvl7pPr>
            <a:lvl8pPr marL="3200656" indent="0" algn="ctr">
              <a:buNone/>
              <a:defRPr sz="1600"/>
            </a:lvl8pPr>
            <a:lvl9pPr marL="365789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844C-2427-7053-F08A-DEC81F7EC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359DE-A9C2-E88F-F52F-B4BDD34F2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F6FDA-9412-F056-8C82-5C479B59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08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4F082-61E1-1C72-BD0D-6FEB308F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3AA3A-DDEE-8196-2D6E-84570907F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21C8-0C9A-9AF6-413F-A8208E32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87100-4C49-DD33-9A40-A29F3B92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95EE6-ACB4-033E-6D47-7854AF8D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8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99B56-497A-02B9-E84C-AB911227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6E43B-F070-DC45-85A0-ED498896B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37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73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71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9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18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41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65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89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D973-BE46-546E-8AB7-FFE903D4D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8409C-3C0E-0975-F0C5-27D16290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5D140-0DB9-DA88-883E-6FDB472A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10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AF86-72AB-57B5-BA27-D1D4A3407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3679-3611-F4EE-CBCD-336CE1B9C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220F4-8838-07D2-3C9C-D90341A9C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A5453-2A38-514B-444E-8F087449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537FA-9D15-EEEA-D172-0FF536050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8A046-2826-E14C-8991-ACFB3A23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5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FA19-C528-741A-20D1-2C02DF2B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A86FC-7631-9D36-2A4E-030FCF4A9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7" indent="0">
              <a:buNone/>
              <a:defRPr sz="2000" b="1"/>
            </a:lvl2pPr>
            <a:lvl3pPr marL="914473" indent="0">
              <a:buNone/>
              <a:defRPr sz="1800" b="1"/>
            </a:lvl3pPr>
            <a:lvl4pPr marL="1371710" indent="0">
              <a:buNone/>
              <a:defRPr sz="1600" b="1"/>
            </a:lvl4pPr>
            <a:lvl5pPr marL="1828946" indent="0">
              <a:buNone/>
              <a:defRPr sz="1600" b="1"/>
            </a:lvl5pPr>
            <a:lvl6pPr marL="2286183" indent="0">
              <a:buNone/>
              <a:defRPr sz="1600" b="1"/>
            </a:lvl6pPr>
            <a:lvl7pPr marL="2743419" indent="0">
              <a:buNone/>
              <a:defRPr sz="1600" b="1"/>
            </a:lvl7pPr>
            <a:lvl8pPr marL="3200656" indent="0">
              <a:buNone/>
              <a:defRPr sz="1600" b="1"/>
            </a:lvl8pPr>
            <a:lvl9pPr marL="365789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83F43-D923-CAA8-9102-3357D5D41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D6EF8-C0D1-E93C-0B15-39DB9C1BA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7" indent="0">
              <a:buNone/>
              <a:defRPr sz="2000" b="1"/>
            </a:lvl2pPr>
            <a:lvl3pPr marL="914473" indent="0">
              <a:buNone/>
              <a:defRPr sz="1800" b="1"/>
            </a:lvl3pPr>
            <a:lvl4pPr marL="1371710" indent="0">
              <a:buNone/>
              <a:defRPr sz="1600" b="1"/>
            </a:lvl4pPr>
            <a:lvl5pPr marL="1828946" indent="0">
              <a:buNone/>
              <a:defRPr sz="1600" b="1"/>
            </a:lvl5pPr>
            <a:lvl6pPr marL="2286183" indent="0">
              <a:buNone/>
              <a:defRPr sz="1600" b="1"/>
            </a:lvl6pPr>
            <a:lvl7pPr marL="2743419" indent="0">
              <a:buNone/>
              <a:defRPr sz="1600" b="1"/>
            </a:lvl7pPr>
            <a:lvl8pPr marL="3200656" indent="0">
              <a:buNone/>
              <a:defRPr sz="1600" b="1"/>
            </a:lvl8pPr>
            <a:lvl9pPr marL="365789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FCA46-7468-C49B-4B08-06A33256A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EDE78-2CBF-09BE-7991-8255EDA4E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C2634F-7736-798C-C637-666FF16D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0BA08-493B-793F-F49A-0333DAF9D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1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1CCD0-01AB-B588-7F28-A3D61C40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A6998-4157-91E9-A3A2-A126A3809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D5625-513D-DA1E-C4C9-6EE79942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C209C-15E9-E6CA-89B7-B48479BA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3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4096E9-1092-B126-9921-BBA401E8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1E19D-A4B1-1019-A120-18A73520D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AF267-550E-1122-3E2A-8D913804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3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FFC3-080F-F427-23C1-DBDA15CA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7DFD5-EE90-1830-8BF4-F83FC1E8B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02E46-0799-89AC-540A-25C42C7DC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37" indent="0">
              <a:buNone/>
              <a:defRPr sz="1400"/>
            </a:lvl2pPr>
            <a:lvl3pPr marL="914473" indent="0">
              <a:buNone/>
              <a:defRPr sz="1200"/>
            </a:lvl3pPr>
            <a:lvl4pPr marL="1371710" indent="0">
              <a:buNone/>
              <a:defRPr sz="1000"/>
            </a:lvl4pPr>
            <a:lvl5pPr marL="1828946" indent="0">
              <a:buNone/>
              <a:defRPr sz="1000"/>
            </a:lvl5pPr>
            <a:lvl6pPr marL="2286183" indent="0">
              <a:buNone/>
              <a:defRPr sz="1000"/>
            </a:lvl6pPr>
            <a:lvl7pPr marL="2743419" indent="0">
              <a:buNone/>
              <a:defRPr sz="1000"/>
            </a:lvl7pPr>
            <a:lvl8pPr marL="3200656" indent="0">
              <a:buNone/>
              <a:defRPr sz="1000"/>
            </a:lvl8pPr>
            <a:lvl9pPr marL="365789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FCD98-42BA-5A00-3504-A1054203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DD58A-2119-C338-D0EC-4AD6C394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78A9F-D837-4BDD-2D97-7A05E61C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3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D7B1-096B-4B25-ADF2-AACE5494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509DE-5840-04E9-F34A-94FB2649D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37" indent="0">
              <a:buNone/>
              <a:defRPr sz="2800"/>
            </a:lvl2pPr>
            <a:lvl3pPr marL="914473" indent="0">
              <a:buNone/>
              <a:defRPr sz="2400"/>
            </a:lvl3pPr>
            <a:lvl4pPr marL="1371710" indent="0">
              <a:buNone/>
              <a:defRPr sz="2000"/>
            </a:lvl4pPr>
            <a:lvl5pPr marL="1828946" indent="0">
              <a:buNone/>
              <a:defRPr sz="2000"/>
            </a:lvl5pPr>
            <a:lvl6pPr marL="2286183" indent="0">
              <a:buNone/>
              <a:defRPr sz="2000"/>
            </a:lvl6pPr>
            <a:lvl7pPr marL="2743419" indent="0">
              <a:buNone/>
              <a:defRPr sz="2000"/>
            </a:lvl7pPr>
            <a:lvl8pPr marL="3200656" indent="0">
              <a:buNone/>
              <a:defRPr sz="2000"/>
            </a:lvl8pPr>
            <a:lvl9pPr marL="3657893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65D2E-8B40-1319-3B30-3D34BB4D1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37" indent="0">
              <a:buNone/>
              <a:defRPr sz="1400"/>
            </a:lvl2pPr>
            <a:lvl3pPr marL="914473" indent="0">
              <a:buNone/>
              <a:defRPr sz="1200"/>
            </a:lvl3pPr>
            <a:lvl4pPr marL="1371710" indent="0">
              <a:buNone/>
              <a:defRPr sz="1000"/>
            </a:lvl4pPr>
            <a:lvl5pPr marL="1828946" indent="0">
              <a:buNone/>
              <a:defRPr sz="1000"/>
            </a:lvl5pPr>
            <a:lvl6pPr marL="2286183" indent="0">
              <a:buNone/>
              <a:defRPr sz="1000"/>
            </a:lvl6pPr>
            <a:lvl7pPr marL="2743419" indent="0">
              <a:buNone/>
              <a:defRPr sz="1000"/>
            </a:lvl7pPr>
            <a:lvl8pPr marL="3200656" indent="0">
              <a:buNone/>
              <a:defRPr sz="1000"/>
            </a:lvl8pPr>
            <a:lvl9pPr marL="365789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2CE5B-FC34-86CA-9DAE-93224FDA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D535B-1476-1607-1FD1-8E5F44D87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441A8-B42E-E284-1B38-D10D599F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0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E133-B226-218E-7F1F-9C417B189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E20D8-5A1C-FD14-BEC2-E2AF5AD6C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3549F-41C6-A4C8-FEFF-D67C8707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3F763-2480-5BF6-B7FC-06205E15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1B7ED-A8EC-1343-079B-21AAA567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21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D995C-2D07-7653-E34F-8DC8F16E23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0C58E-01EE-5D57-6EAD-33E8F1418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2FBC9-10DF-2151-C39F-1F6B3BEE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A4360-B9DB-C13D-7CDF-EA88864A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B0B27-F053-D45C-89BF-438409DE2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0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25294-EFCB-2315-9EF1-0B53107A3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D2554-73DF-848D-C84F-2DED00532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A5BA5-BF37-5133-8031-18F771A9A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EECD8-0F34-0E4C-B917-DE76176C7103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0159C-1DB6-63DA-EA64-98C947192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F54E4-D3A1-C260-42FB-6975C4EE1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07085-B460-844A-BDF1-EB924C3A3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7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8" indent="-228618" algn="l" defTabSz="91447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55" indent="-228618" algn="l" defTabSz="9144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91" indent="-228618" algn="l" defTabSz="9144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28" indent="-228618" algn="l" defTabSz="9144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65" indent="-228618" algn="l" defTabSz="9144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01" indent="-228618" algn="l" defTabSz="9144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38" indent="-228618" algn="l" defTabSz="9144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74" indent="-228618" algn="l" defTabSz="9144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11" indent="-228618" algn="l" defTabSz="9144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7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73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10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46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83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19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56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93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tiny.cc/cpbpdata8306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science objects&#10;&#10;Description automatically generated">
            <a:extLst>
              <a:ext uri="{FF2B5EF4-FFF2-40B4-BE49-F238E27FC236}">
                <a16:creationId xmlns:a16="http://schemas.microsoft.com/office/drawing/2014/main" id="{18729F72-4C17-AABD-BED2-06E08AA327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10" t="15624" r="34271" b="8322"/>
          <a:stretch>
            <a:fillRect/>
          </a:stretch>
        </p:blipFill>
        <p:spPr>
          <a:xfrm rot="16200000">
            <a:off x="2667001" y="-2667002"/>
            <a:ext cx="6858001" cy="12192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601330-BD8C-9ADE-B1F8-E7646277B3EA}"/>
              </a:ext>
            </a:extLst>
          </p:cNvPr>
          <p:cNvSpPr txBox="1"/>
          <p:nvPr/>
        </p:nvSpPr>
        <p:spPr>
          <a:xfrm>
            <a:off x="475130" y="1119199"/>
            <a:ext cx="6463552" cy="1723549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>
                <a:alpha val="73569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CPBP</a:t>
            </a:r>
            <a:r>
              <a:rPr lang="en-US" sz="6600" b="1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B&amp;T</a:t>
            </a:r>
            <a:r>
              <a:rPr lang="en-US" sz="66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</a:t>
            </a:r>
          </a:p>
          <a:p>
            <a:r>
              <a:rPr lang="en-US" sz="4000" b="1" dirty="0">
                <a:solidFill>
                  <a:srgbClr val="0070C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 you ready fa dis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AE153-9139-DF02-EDBD-24A3263AF342}"/>
              </a:ext>
            </a:extLst>
          </p:cNvPr>
          <p:cNvSpPr txBox="1"/>
          <p:nvPr/>
        </p:nvSpPr>
        <p:spPr>
          <a:xfrm>
            <a:off x="475130" y="3257509"/>
            <a:ext cx="42082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December 11,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946A9-8B99-A509-878E-31A0595FCD71}"/>
              </a:ext>
            </a:extLst>
          </p:cNvPr>
          <p:cNvSpPr txBox="1"/>
          <p:nvPr/>
        </p:nvSpPr>
        <p:spPr>
          <a:xfrm>
            <a:off x="475130" y="4043851"/>
            <a:ext cx="3419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 Hall 439</a:t>
            </a:r>
          </a:p>
          <a:p>
            <a:r>
              <a:rPr lang="en-US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Vanderbilt University</a:t>
            </a:r>
          </a:p>
          <a:p>
            <a:r>
              <a:rPr lang="en-US" sz="24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Nashville, Tennessee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72D0F-A600-4941-A087-5BFC859E7B22}"/>
              </a:ext>
            </a:extLst>
          </p:cNvPr>
          <p:cNvSpPr txBox="1"/>
          <p:nvPr/>
        </p:nvSpPr>
        <p:spPr>
          <a:xfrm>
            <a:off x="475130" y="6265117"/>
            <a:ext cx="182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#CPBPB&amp;T2025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595270-1A47-C73D-9020-CCC4932EAEF7}"/>
              </a:ext>
            </a:extLst>
          </p:cNvPr>
          <p:cNvSpPr txBox="1"/>
          <p:nvPr/>
        </p:nvSpPr>
        <p:spPr>
          <a:xfrm>
            <a:off x="475130" y="5445747"/>
            <a:ext cx="7156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Post-test assessment: </a:t>
            </a:r>
            <a:r>
              <a:rPr lang="en-US" sz="2400" dirty="0">
                <a:hlinkClick r:id="rId4"/>
              </a:rPr>
              <a:t>http://tiny.cc/cpbpdata8306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055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7A68F-EC2B-E0A6-FE31-FB4EBC07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science objects&#10;&#10;Description automatically generated">
            <a:extLst>
              <a:ext uri="{FF2B5EF4-FFF2-40B4-BE49-F238E27FC236}">
                <a16:creationId xmlns:a16="http://schemas.microsoft.com/office/drawing/2014/main" id="{67828455-8F31-813E-F7C0-B272C2957E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10" t="15624" r="34271" b="8322"/>
          <a:stretch>
            <a:fillRect/>
          </a:stretch>
        </p:blipFill>
        <p:spPr>
          <a:xfrm rot="16200000">
            <a:off x="2667000" y="-2667001"/>
            <a:ext cx="6858001" cy="121920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A48C85C-4350-C4E4-942A-83ADAC6DDD3A}"/>
              </a:ext>
            </a:extLst>
          </p:cNvPr>
          <p:cNvSpPr txBox="1"/>
          <p:nvPr/>
        </p:nvSpPr>
        <p:spPr>
          <a:xfrm>
            <a:off x="1431631" y="1833091"/>
            <a:ext cx="846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Joseph</a:t>
            </a:r>
          </a:p>
          <a:p>
            <a:pPr algn="ctr"/>
            <a:r>
              <a:rPr lang="en-US" sz="1400" b="1" dirty="0"/>
              <a:t>Cramer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EA0C24-BF51-D576-F4E0-5A8681BC8780}"/>
              </a:ext>
            </a:extLst>
          </p:cNvPr>
          <p:cNvSpPr txBox="1"/>
          <p:nvPr/>
        </p:nvSpPr>
        <p:spPr>
          <a:xfrm>
            <a:off x="2413919" y="1835692"/>
            <a:ext cx="125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Malcolm </a:t>
            </a:r>
          </a:p>
          <a:p>
            <a:pPr algn="ctr"/>
            <a:r>
              <a:rPr lang="en-US" sz="1400" b="1" dirty="0"/>
              <a:t>Diaz Garcia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8BEDDA-9FDB-C767-6564-EA581C4B31D3}"/>
              </a:ext>
            </a:extLst>
          </p:cNvPr>
          <p:cNvSpPr txBox="1"/>
          <p:nvPr/>
        </p:nvSpPr>
        <p:spPr>
          <a:xfrm>
            <a:off x="3565881" y="1829666"/>
            <a:ext cx="125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Alec </a:t>
            </a:r>
          </a:p>
          <a:p>
            <a:pPr algn="ctr"/>
            <a:r>
              <a:rPr lang="en-US" sz="1400" b="1" dirty="0"/>
              <a:t>Hopkirk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2B4F6E-7BE2-1EF5-6E61-3E0C2E1BAA50}"/>
              </a:ext>
            </a:extLst>
          </p:cNvPr>
          <p:cNvSpPr txBox="1"/>
          <p:nvPr/>
        </p:nvSpPr>
        <p:spPr>
          <a:xfrm>
            <a:off x="911504" y="3853000"/>
            <a:ext cx="846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Allison</a:t>
            </a:r>
          </a:p>
          <a:p>
            <a:pPr algn="ctr"/>
            <a:r>
              <a:rPr lang="en-US" sz="1400" b="1" dirty="0"/>
              <a:t>Kurtz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0DF78A-361F-5B3A-AEBA-6E93894D9CEA}"/>
              </a:ext>
            </a:extLst>
          </p:cNvPr>
          <p:cNvSpPr txBox="1"/>
          <p:nvPr/>
        </p:nvSpPr>
        <p:spPr>
          <a:xfrm>
            <a:off x="1895828" y="3853000"/>
            <a:ext cx="125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Remi</a:t>
            </a:r>
          </a:p>
          <a:p>
            <a:pPr algn="ctr"/>
            <a:r>
              <a:rPr lang="en-US" sz="1400" b="1" dirty="0" err="1"/>
              <a:t>Labielle</a:t>
            </a:r>
            <a:endParaRPr lang="en-US" sz="1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EB6FB-9835-71D7-A9F2-2361A2E2245F}"/>
              </a:ext>
            </a:extLst>
          </p:cNvPr>
          <p:cNvSpPr txBox="1"/>
          <p:nvPr/>
        </p:nvSpPr>
        <p:spPr>
          <a:xfrm>
            <a:off x="3044954" y="3853000"/>
            <a:ext cx="125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Julie</a:t>
            </a:r>
          </a:p>
          <a:p>
            <a:pPr algn="ctr"/>
            <a:r>
              <a:rPr lang="en-US" sz="1400" b="1" dirty="0"/>
              <a:t>Libby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27A664-7A24-088B-6F26-FCF2B8F29BFC}"/>
              </a:ext>
            </a:extLst>
          </p:cNvPr>
          <p:cNvSpPr txBox="1"/>
          <p:nvPr/>
        </p:nvSpPr>
        <p:spPr>
          <a:xfrm>
            <a:off x="4170369" y="3853000"/>
            <a:ext cx="125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Emily </a:t>
            </a:r>
          </a:p>
          <a:p>
            <a:pPr algn="ctr"/>
            <a:r>
              <a:rPr lang="en-US" sz="1400" b="1" dirty="0"/>
              <a:t>Peak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739355-4AED-24BD-12E8-CA3230347969}"/>
              </a:ext>
            </a:extLst>
          </p:cNvPr>
          <p:cNvSpPr txBox="1"/>
          <p:nvPr/>
        </p:nvSpPr>
        <p:spPr>
          <a:xfrm>
            <a:off x="1264794" y="5879450"/>
            <a:ext cx="125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Amit</a:t>
            </a:r>
          </a:p>
          <a:p>
            <a:pPr algn="ctr"/>
            <a:r>
              <a:rPr lang="en-US" sz="1400" b="1" dirty="0"/>
              <a:t>Sela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0B2019-CFF2-ABB6-7F1F-E48D4EE13DE5}"/>
              </a:ext>
            </a:extLst>
          </p:cNvPr>
          <p:cNvSpPr txBox="1"/>
          <p:nvPr/>
        </p:nvSpPr>
        <p:spPr>
          <a:xfrm>
            <a:off x="2422747" y="5879450"/>
            <a:ext cx="125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Heather</a:t>
            </a:r>
          </a:p>
          <a:p>
            <a:pPr algn="ctr"/>
            <a:r>
              <a:rPr lang="en-US" sz="1400" b="1" dirty="0"/>
              <a:t>Tejeda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A5677F-1DB6-2887-DE70-2D897818D276}"/>
              </a:ext>
            </a:extLst>
          </p:cNvPr>
          <p:cNvSpPr txBox="1"/>
          <p:nvPr/>
        </p:nvSpPr>
        <p:spPr>
          <a:xfrm>
            <a:off x="3616976" y="5878692"/>
            <a:ext cx="125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Madison</a:t>
            </a:r>
          </a:p>
          <a:p>
            <a:pPr algn="ctr"/>
            <a:r>
              <a:rPr lang="en-US" sz="1400" b="1" dirty="0"/>
              <a:t>Yarbrough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2EDCC2-3AD7-66B2-633F-89187111BD07}"/>
              </a:ext>
            </a:extLst>
          </p:cNvPr>
          <p:cNvSpPr txBox="1"/>
          <p:nvPr/>
        </p:nvSpPr>
        <p:spPr>
          <a:xfrm>
            <a:off x="5929257" y="2060262"/>
            <a:ext cx="6463552" cy="1107996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>
                <a:alpha val="73569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SPEAKERS</a:t>
            </a:r>
            <a:endParaRPr lang="en-US" sz="4000" b="1" dirty="0">
              <a:solidFill>
                <a:srgbClr val="0070C0"/>
              </a:solidFill>
              <a:latin typeface="Lucida Console" panose="020B0609040504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A person smiling for the camera&#10;&#10;AI-generated content may be incorrect.">
            <a:extLst>
              <a:ext uri="{FF2B5EF4-FFF2-40B4-BE49-F238E27FC236}">
                <a16:creationId xmlns:a16="http://schemas.microsoft.com/office/drawing/2014/main" id="{0A2CF6EA-4B3C-7EC3-5CC4-E1ECC7C75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555" y="679592"/>
            <a:ext cx="1041400" cy="1130300"/>
          </a:xfrm>
          <a:prstGeom prst="rect">
            <a:avLst/>
          </a:prstGeom>
        </p:spPr>
      </p:pic>
      <p:pic>
        <p:nvPicPr>
          <p:cNvPr id="6" name="Picture 5" descr="A person smiling for the camera&#10;&#10;AI-generated content may be incorrect.">
            <a:extLst>
              <a:ext uri="{FF2B5EF4-FFF2-40B4-BE49-F238E27FC236}">
                <a16:creationId xmlns:a16="http://schemas.microsoft.com/office/drawing/2014/main" id="{79579554-ACBC-945A-F252-61979863E4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60" r="5117" b="2047"/>
          <a:stretch>
            <a:fillRect/>
          </a:stretch>
        </p:blipFill>
        <p:spPr>
          <a:xfrm>
            <a:off x="2521645" y="676822"/>
            <a:ext cx="1041400" cy="1130300"/>
          </a:xfrm>
          <a:prstGeom prst="rect">
            <a:avLst/>
          </a:prstGeom>
        </p:spPr>
      </p:pic>
      <p:pic>
        <p:nvPicPr>
          <p:cNvPr id="8" name="Picture 7" descr="A person in a collared shirt&#10;&#10;AI-generated content may be incorrect.">
            <a:extLst>
              <a:ext uri="{FF2B5EF4-FFF2-40B4-BE49-F238E27FC236}">
                <a16:creationId xmlns:a16="http://schemas.microsoft.com/office/drawing/2014/main" id="{A675A28A-78E2-C5FF-7653-4822133CB1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789" r="7795" b="7277"/>
          <a:stretch>
            <a:fillRect/>
          </a:stretch>
        </p:blipFill>
        <p:spPr>
          <a:xfrm>
            <a:off x="3687416" y="688422"/>
            <a:ext cx="1041400" cy="1118700"/>
          </a:xfrm>
          <a:prstGeom prst="rect">
            <a:avLst/>
          </a:prstGeom>
        </p:spPr>
      </p:pic>
      <p:pic>
        <p:nvPicPr>
          <p:cNvPr id="10" name="Picture 9" descr="A person smiling at camera&#10;&#10;AI-generated content may be incorrect.">
            <a:extLst>
              <a:ext uri="{FF2B5EF4-FFF2-40B4-BE49-F238E27FC236}">
                <a16:creationId xmlns:a16="http://schemas.microsoft.com/office/drawing/2014/main" id="{8698B03E-03D1-F586-101A-50B374CB8B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651" b="4301"/>
          <a:stretch>
            <a:fillRect/>
          </a:stretch>
        </p:blipFill>
        <p:spPr>
          <a:xfrm>
            <a:off x="854428" y="2736849"/>
            <a:ext cx="1041400" cy="1130300"/>
          </a:xfrm>
          <a:prstGeom prst="rect">
            <a:avLst/>
          </a:prstGeom>
        </p:spPr>
      </p:pic>
      <p:pic>
        <p:nvPicPr>
          <p:cNvPr id="12" name="Picture 11" descr="A person smiling for the camera&#10;&#10;AI-generated content may be incorrect.">
            <a:extLst>
              <a:ext uri="{FF2B5EF4-FFF2-40B4-BE49-F238E27FC236}">
                <a16:creationId xmlns:a16="http://schemas.microsoft.com/office/drawing/2014/main" id="{4B158160-2D0E-FAE3-76F6-0A3C63A8FD8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5459" r="4734" b="7546"/>
          <a:stretch>
            <a:fillRect/>
          </a:stretch>
        </p:blipFill>
        <p:spPr>
          <a:xfrm>
            <a:off x="1941700" y="2722921"/>
            <a:ext cx="1100118" cy="1127185"/>
          </a:xfrm>
          <a:prstGeom prst="rect">
            <a:avLst/>
          </a:prstGeom>
        </p:spPr>
      </p:pic>
      <p:pic>
        <p:nvPicPr>
          <p:cNvPr id="31" name="Picture 30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F4E2D715-AA3D-4772-DA26-6E3D96A37A7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0420" t="8103" r="11485" b="16038"/>
          <a:stretch>
            <a:fillRect/>
          </a:stretch>
        </p:blipFill>
        <p:spPr>
          <a:xfrm>
            <a:off x="3152680" y="2722921"/>
            <a:ext cx="1041400" cy="1127185"/>
          </a:xfrm>
          <a:prstGeom prst="rect">
            <a:avLst/>
          </a:prstGeom>
        </p:spPr>
      </p:pic>
      <p:pic>
        <p:nvPicPr>
          <p:cNvPr id="33" name="Picture 32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FF318078-E4CC-899F-8084-D15ADF0B4D9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277" t="7155" r="32" b="6676"/>
          <a:stretch>
            <a:fillRect/>
          </a:stretch>
        </p:blipFill>
        <p:spPr>
          <a:xfrm>
            <a:off x="4298670" y="2719789"/>
            <a:ext cx="1048125" cy="1127185"/>
          </a:xfrm>
          <a:prstGeom prst="rect">
            <a:avLst/>
          </a:prstGeom>
        </p:spPr>
      </p:pic>
      <p:pic>
        <p:nvPicPr>
          <p:cNvPr id="35" name="Picture 34" descr="A person smiling at camera&#10;&#10;AI-generated content may be incorrect.">
            <a:extLst>
              <a:ext uri="{FF2B5EF4-FFF2-40B4-BE49-F238E27FC236}">
                <a16:creationId xmlns:a16="http://schemas.microsoft.com/office/drawing/2014/main" id="{BA2E31CB-DD48-F9B9-6015-79661CAA87C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9753" t="5500" r="-38" b="5500"/>
          <a:stretch>
            <a:fillRect/>
          </a:stretch>
        </p:blipFill>
        <p:spPr>
          <a:xfrm>
            <a:off x="1371509" y="4749150"/>
            <a:ext cx="1043421" cy="1130300"/>
          </a:xfrm>
          <a:prstGeom prst="rect">
            <a:avLst/>
          </a:prstGeom>
        </p:spPr>
      </p:pic>
      <p:pic>
        <p:nvPicPr>
          <p:cNvPr id="37" name="Picture 36" descr="A person with long curly hair wearing glasses&#10;&#10;AI-generated content may be incorrect.">
            <a:extLst>
              <a:ext uri="{FF2B5EF4-FFF2-40B4-BE49-F238E27FC236}">
                <a16:creationId xmlns:a16="http://schemas.microsoft.com/office/drawing/2014/main" id="{9D334030-1FC0-1489-46A5-D1EC00FF3CB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642" r="9897"/>
          <a:stretch>
            <a:fillRect/>
          </a:stretch>
        </p:blipFill>
        <p:spPr>
          <a:xfrm>
            <a:off x="2521645" y="4749150"/>
            <a:ext cx="1059056" cy="1129543"/>
          </a:xfrm>
          <a:prstGeom prst="rect">
            <a:avLst/>
          </a:prstGeom>
        </p:spPr>
      </p:pic>
      <p:pic>
        <p:nvPicPr>
          <p:cNvPr id="39" name="Picture 38" descr="A person smiling with sunglasses on her head&#10;&#10;AI-generated content may be incorrect.">
            <a:extLst>
              <a:ext uri="{FF2B5EF4-FFF2-40B4-BE49-F238E27FC236}">
                <a16:creationId xmlns:a16="http://schemas.microsoft.com/office/drawing/2014/main" id="{FCCEA110-6A05-3571-6C98-852E339BFB1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0061" r="6950" b="13650"/>
          <a:stretch>
            <a:fillRect/>
          </a:stretch>
        </p:blipFill>
        <p:spPr>
          <a:xfrm>
            <a:off x="3687416" y="4749149"/>
            <a:ext cx="1043421" cy="112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78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</TotalTime>
  <Words>58</Words>
  <Application>Microsoft Macintosh PowerPoint</Application>
  <PresentationFormat>Widescreen</PresentationFormat>
  <Paragraphs>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Lucida Console</vt:lpstr>
      <vt:lpstr>Tahoma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Borycz, Joshua D</dc:creator>
  <cp:lastModifiedBy>Borycz, Joshua D</cp:lastModifiedBy>
  <cp:revision>14</cp:revision>
  <dcterms:created xsi:type="dcterms:W3CDTF">2024-11-26T16:59:54Z</dcterms:created>
  <dcterms:modified xsi:type="dcterms:W3CDTF">2025-12-11T15:22:27Z</dcterms:modified>
</cp:coreProperties>
</file>